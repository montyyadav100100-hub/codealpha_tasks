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77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371600" cy="1325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" y="4505960"/>
            <a:ext cx="2834640" cy="0"/>
          </a:xfrm>
          <a:prstGeom prst="line">
            <a:avLst/>
          </a:prstGeom>
          <a:noFill/>
          <a:ln w="25400">
            <a:solidFill>
              <a:srgbClr val="7A1F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MONTY YADAV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029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25SCS1003004707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303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Section 2CSE15 | Sem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2025-29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822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AICTE-ALIGNED VIRTUAL INTERNSHIP PRESENTATION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18872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7889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 — Multilingual Translation Tool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CampusConnect FAQ Chatbot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3749040"/>
            <a:ext cx="6903720" cy="13716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Organization: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Alpha  |  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July 2026 – 20 August 2026 (4 Weeks)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CA/DF1/240153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340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Monty Yadav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3639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55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25SCS1003004707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5818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7997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SEMESTER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99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2CSE15 / 3rd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0017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2212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84301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783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783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51460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7340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Alpha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13639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355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Intern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75818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TYPE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Program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37997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599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 2026 – 20 Aug 2026 (4 Weeks)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0017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52212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CA/DF1/240153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6235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584301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(Translation Tool + FAQ Chatbot)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Profile: Code Alpha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Alpha is a technology-focused organization offering virtual internship programs in Artificial Intelligence, Web Development, Android Development, Data Science, and Cybersecurity — built around practical, project-based learning.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3108960"/>
            <a:ext cx="594360" cy="59436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773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Learning Model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262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hands-on, project-based experiences rather than purely theoretical modules.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1980" y="3108960"/>
            <a:ext cx="594360" cy="59436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19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Programs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5262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internships spanning AI, Web Dev, Android, Data Science and Cybersecurity.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6620" y="3108960"/>
            <a:ext cx="594360" cy="59436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466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🧑‍🏫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Mentor-Guided Execution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262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build real applications under the guidance of experienced mentors.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83464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81260" y="3108960"/>
            <a:ext cx="594360" cy="59436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8126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Portfolio-Oriented Outcomes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45262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helping students build a strong, showcase-ready technical portfolio.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Challenge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make quick, reliable translation difficult without relying on heavy, paid software.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receive a large volume of repetitive student queries on admissions, courses and facilities, consuming significant staff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Solution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28600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standalone AI-based web applications for demonstration and academic purposes.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Tool covers text-based translation across multiple commonly used languages.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Chatbot answers a predefined set of campus questions using similarity matching, not full conversational AI.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run locally or deploy on Streamlit Cloud, extendable with more languages / larger FAQ data / advanced NLP models.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18745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167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Translation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tool capable of translating text between multiple languages in real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7208" y="160020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5304" y="1874520"/>
            <a:ext cx="548640" cy="548640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530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FAQ Chatbot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32461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chatbot that understands and answers student queries using FAQ &amp; similarity matching.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5776" y="160020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72" y="18745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338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02936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Features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32461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chat history, clear-chat option, and graceful handling of unknown questions.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24344" y="160020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874520"/>
            <a:ext cx="548640" cy="548640"/>
          </a:xfrm>
          <a:prstGeom prst="ellipse">
            <a:avLst/>
          </a:prstGeom>
          <a:solidFill>
            <a:srgbClr val="7A1F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92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61504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32461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simple, user-friendly interfaces for both applications using Streamlit.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82912" y="160020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51008" y="18745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51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720072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324612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Organize, document, and host both completed projects on GitHub for public access.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011680"/>
            <a:ext cx="548640" cy="54864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1673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used for all application logic.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7208" y="173736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5304" y="2011680"/>
            <a:ext cx="548640" cy="54864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530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7432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324612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used to build and deploy interactive web-based UIs.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5776" y="173736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72" y="2011680"/>
            <a:ext cx="548640" cy="54864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3387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02936" y="27432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324612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used to perform multilingual text translation.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24344" y="173736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011680"/>
            <a:ext cx="548640" cy="54864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92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61504" y="27432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324612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module used for similar-question matching in the chatbot.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82912" y="173736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51008" y="2011680"/>
            <a:ext cx="548640" cy="548640"/>
          </a:xfrm>
          <a:prstGeom prst="ellipse">
            <a:avLst/>
          </a:prstGeom>
          <a:solidFill>
            <a:srgbClr val="2F4B7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5100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720072" y="27432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324612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version control, project organization, and source hosting.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applications follow a modular UI → logic → data-layer design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4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Translation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2F4B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Input)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1031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4B7C"/>
                </a:solidFill>
              </a:rPr>
              <a:t>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2F4B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1031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4B7C"/>
                </a:solidFill>
              </a:rPr>
              <a:t>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2F4B7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1031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4B7C"/>
                </a:solidFill>
              </a:rPr>
              <a:t>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89720" y="21031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2F4B7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 FAQ Chatbot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7A1F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Input)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0233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1F2E"/>
                </a:solidFill>
              </a:rPr>
              <a:t>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2900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7A1F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 Similarity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0233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1F2E"/>
                </a:solidFill>
              </a:rPr>
              <a:t>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7A1F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0233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1F2E"/>
                </a:solidFill>
              </a:rPr>
              <a:t>➜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8972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5875">
            <a:solidFill>
              <a:srgbClr val="7A1F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972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for the FAQ chatbot is maintained in Streamlit session state, allowing users to review previous interactions and clear the conversation on demand.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Multilingual Translation Tool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2330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text translation across 10 languages (English, Hindi, French, Spanish, German, Italian, Japanese, Chinese, Arabic, Bengali).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source → target language selection with dropdown menus.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Translate and Clear actions for a smooth workflow.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Copyable output box so translated text can be reused instantly.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of empty input, identical languages, and connection errors.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251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438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21488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 (Google Translator engine)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3657600"/>
            <a:ext cx="3840480" cy="0"/>
          </a:xfrm>
          <a:prstGeom prst="line">
            <a:avLst/>
          </a:prstGeom>
          <a:noFill/>
          <a:ln w="12700">
            <a:solidFill>
              <a:srgbClr val="3A50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438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42519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flows from the Streamlit interface into the deep-translator module, which communicates with a translation engine and returns the translated text to the UI.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CampusConnect FAQ Chatbot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2330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FAQ categories: Admissions, Academics, Fees, Campus, Student Services, Placements.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Similar-question matching using difflib, plus keyword-based fallback matching.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interface with persistent chat history and a Clear Chat option.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FAQ buttons alongside free-form question typing.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“unknown question” handling that redirects users to supported topics.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2510"/>
            </a:avLst>
          </a:prstGeom>
          <a:solidFill>
            <a:srgbClr val="7A1F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438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21488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 (standard library)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3657600"/>
            <a:ext cx="3840480" cy="0"/>
          </a:xfrm>
          <a:prstGeom prst="line">
            <a:avLst/>
          </a:prstGeom>
          <a:noFill/>
          <a:ln w="12700">
            <a:solidFill>
              <a:srgbClr val="9C48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4380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42519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queries are compared against stored FAQ questions using difflib similarity matching; the closest match's answer is returned, or a default message is shown if no good match is found.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core features needed for translation and FAQ-answering applications.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configured Python, Streamlit, deep-translator and difflib.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7278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Tool Build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interface and integrated the translation logic.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0536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3416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4341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043416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Chatbot Build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FAQ dataset and implemented similar-question matching.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343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Features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690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chat history, clear-chat option and unknown-question handling.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9272" y="36118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02152" y="3794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0215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502152" y="4343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4690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translations across languages and validated chatbot responses.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9904" y="36118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2784" y="3794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72784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272784" y="4343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272784" y="4690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code into repositories and uploaded to GitHub.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Key 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fully functional apps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Translation Tool + CampusConnect FAQ Chatbot, both deployed via Streamlit.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AI/NLP understanding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grasp of NLP concepts, text-matching algorithms, and tool deployment.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skills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designing simple, interactive interfaces with Streamlit.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Portfolio-ready projects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well-documented, GitHub-hosted projects for a technical portfolio.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best practices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problem-solving, independent execution and version control with Git.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organization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Sharpened skills in structuring, documenting and presenting technical work.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669280" cy="4663440"/>
          </a:xfrm>
          <a:prstGeom prst="roundRect">
            <a:avLst>
              <a:gd name="adj" fmla="val 2353"/>
            </a:avLst>
          </a:prstGeom>
          <a:solidFill>
            <a:srgbClr val="F3F6FB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TITLE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29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Virtual Internship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1206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79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Alpha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456432"/>
            <a:ext cx="51206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753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22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July 2026 – 20 August 2026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352544"/>
            <a:ext cx="51206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714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183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CA/DF1/240153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248656"/>
            <a:ext cx="51206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675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ISSUE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14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August 2026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1554480"/>
            <a:ext cx="5193792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D8DEE8"/>
            </a:solidFill>
            <a:prstDash val="solid"/>
          </a:ln>
        </p:spPr>
      </p:sp>
      <p:pic>
        <p:nvPicPr>
          <p:cNvPr id="19" name="Image 0" descr="assets/certific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1783080"/>
            <a:ext cx="4919472" cy="42062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Application Development  |  Monty Yadav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1371600" cy="1325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394960" y="3611880"/>
            <a:ext cx="1371600" cy="0"/>
          </a:xfrm>
          <a:prstGeom prst="line">
            <a:avLst/>
          </a:prstGeom>
          <a:noFill/>
          <a:ln w="25400">
            <a:solidFill>
              <a:srgbClr val="7A1F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0" y="37490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Monty Yadav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0" y="4160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44805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25SCS1003004707  |  IILM University, Greater Noida, U.P.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1182</Words>
  <Application>Microsoft Office PowerPoint</Application>
  <PresentationFormat>Widescreen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Monty Yadav</cp:lastModifiedBy>
  <cp:revision>2</cp:revision>
  <dcterms:created xsi:type="dcterms:W3CDTF">2026-08-30T12:34:32Z</dcterms:created>
  <dcterms:modified xsi:type="dcterms:W3CDTF">2026-08-30T21:46:51Z</dcterms:modified>
</cp:coreProperties>
</file>